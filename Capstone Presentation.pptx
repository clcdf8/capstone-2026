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405"/>
  </p:normalViewPr>
  <p:slideViewPr>
    <p:cSldViewPr snapToGrid="0">
      <p:cViewPr varScale="1">
        <p:scale>
          <a:sx n="104" d="100"/>
          <a:sy n="104" d="100"/>
        </p:scale>
        <p:origin x="232"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5/17/26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5/17/26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5/17/26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5/17/26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5/17/26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5/17/26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5/17/26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5/17/26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5/17/26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5/17/26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5/17/26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publicdomainpictures.net/en/view-image.php?image=145243&amp;picture=cosmetics" TargetMode="Externa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867C0-E1E7-F9DF-1338-191F2CA7B110}"/>
              </a:ext>
            </a:extLst>
          </p:cNvPr>
          <p:cNvSpPr>
            <a:spLocks noGrp="1"/>
          </p:cNvSpPr>
          <p:nvPr>
            <p:ph type="ctrTitle"/>
          </p:nvPr>
        </p:nvSpPr>
        <p:spPr/>
        <p:txBody>
          <a:bodyPr/>
          <a:lstStyle/>
          <a:p>
            <a:r>
              <a:rPr lang="en-US" dirty="0"/>
              <a:t>Cosmetics Analysis</a:t>
            </a:r>
          </a:p>
        </p:txBody>
      </p:sp>
      <p:sp>
        <p:nvSpPr>
          <p:cNvPr id="3" name="Subtitle 2">
            <a:extLst>
              <a:ext uri="{FF2B5EF4-FFF2-40B4-BE49-F238E27FC236}">
                <a16:creationId xmlns:a16="http://schemas.microsoft.com/office/drawing/2014/main" id="{19827A52-8A0A-3A9B-4E4F-A65694F68DE0}"/>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787706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B4262-AD50-C380-17FD-C8CD91E2CC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506F61EC-31A8-5C86-90D1-6968C1F92034}"/>
              </a:ext>
            </a:extLst>
          </p:cNvPr>
          <p:cNvSpPr>
            <a:spLocks noGrp="1"/>
          </p:cNvSpPr>
          <p:nvPr>
            <p:ph idx="1"/>
          </p:nvPr>
        </p:nvSpPr>
        <p:spPr/>
        <p:txBody>
          <a:bodyPr/>
          <a:lstStyle/>
          <a:p>
            <a:r>
              <a:rPr lang="en-US" dirty="0"/>
              <a:t>Introduction</a:t>
            </a:r>
          </a:p>
          <a:p>
            <a:r>
              <a:rPr lang="en-US" dirty="0"/>
              <a:t>Objective</a:t>
            </a:r>
          </a:p>
          <a:p>
            <a:r>
              <a:rPr lang="en-US" dirty="0"/>
              <a:t>Methodology</a:t>
            </a:r>
          </a:p>
          <a:p>
            <a:r>
              <a:rPr lang="en-US" dirty="0"/>
              <a:t>Analysis</a:t>
            </a:r>
          </a:p>
          <a:p>
            <a:r>
              <a:rPr lang="en-US" dirty="0"/>
              <a:t>Conclusion and Recommendations</a:t>
            </a:r>
          </a:p>
          <a:p>
            <a:r>
              <a:rPr lang="en-US" dirty="0"/>
              <a:t>Questions and Answers</a:t>
            </a:r>
          </a:p>
        </p:txBody>
      </p:sp>
    </p:spTree>
    <p:extLst>
      <p:ext uri="{BB962C8B-B14F-4D97-AF65-F5344CB8AC3E}">
        <p14:creationId xmlns:p14="http://schemas.microsoft.com/office/powerpoint/2010/main" val="331181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8A1D5-C046-B0EB-A165-E553A750BE7E}"/>
              </a:ext>
            </a:extLst>
          </p:cNvPr>
          <p:cNvSpPr>
            <a:spLocks noGrp="1"/>
          </p:cNvSpPr>
          <p:nvPr>
            <p:ph type="title"/>
          </p:nvPr>
        </p:nvSpPr>
        <p:spPr/>
        <p:txBody>
          <a:bodyPr/>
          <a:lstStyle/>
          <a:p>
            <a:r>
              <a:rPr lang="en-US" dirty="0"/>
              <a:t>Introduction</a:t>
            </a:r>
          </a:p>
        </p:txBody>
      </p:sp>
      <p:sp>
        <p:nvSpPr>
          <p:cNvPr id="8" name="Content Placeholder 7">
            <a:extLst>
              <a:ext uri="{FF2B5EF4-FFF2-40B4-BE49-F238E27FC236}">
                <a16:creationId xmlns:a16="http://schemas.microsoft.com/office/drawing/2014/main" id="{39EC06F7-50BF-071F-9C7E-EA2D4BEFDC90}"/>
              </a:ext>
            </a:extLst>
          </p:cNvPr>
          <p:cNvSpPr>
            <a:spLocks noGrp="1"/>
          </p:cNvSpPr>
          <p:nvPr>
            <p:ph idx="1"/>
          </p:nvPr>
        </p:nvSpPr>
        <p:spPr/>
        <p:txBody>
          <a:bodyPr/>
          <a:lstStyle/>
          <a:p>
            <a:r>
              <a:rPr lang="en-US" dirty="0"/>
              <a:t>Who Am I?</a:t>
            </a:r>
          </a:p>
          <a:p>
            <a:pPr lvl="1"/>
            <a:r>
              <a:rPr lang="en-US" dirty="0"/>
              <a:t>Wife</a:t>
            </a:r>
          </a:p>
          <a:p>
            <a:pPr lvl="1"/>
            <a:r>
              <a:rPr lang="en-US" dirty="0"/>
              <a:t>Mother</a:t>
            </a:r>
          </a:p>
          <a:p>
            <a:pPr lvl="1"/>
            <a:r>
              <a:rPr lang="en-US" dirty="0"/>
              <a:t>Business Owner</a:t>
            </a:r>
          </a:p>
          <a:p>
            <a:pPr lvl="1"/>
            <a:r>
              <a:rPr lang="en-US" dirty="0"/>
              <a:t>Program Director- Homelessness Prevention Program in DC</a:t>
            </a:r>
          </a:p>
          <a:p>
            <a:pPr lvl="1"/>
            <a:r>
              <a:rPr lang="en-US" dirty="0"/>
              <a:t>Professional Money Spender</a:t>
            </a:r>
          </a:p>
          <a:p>
            <a:pPr lvl="1"/>
            <a:endParaRPr lang="en-US" dirty="0"/>
          </a:p>
        </p:txBody>
      </p:sp>
    </p:spTree>
    <p:extLst>
      <p:ext uri="{BB962C8B-B14F-4D97-AF65-F5344CB8AC3E}">
        <p14:creationId xmlns:p14="http://schemas.microsoft.com/office/powerpoint/2010/main" val="3253351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2B2D5-B7B7-3B5B-0021-09060EBCF421}"/>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24FE0136-AF61-0B62-267D-B9336D705805}"/>
              </a:ext>
            </a:extLst>
          </p:cNvPr>
          <p:cNvSpPr>
            <a:spLocks noGrp="1"/>
          </p:cNvSpPr>
          <p:nvPr>
            <p:ph idx="1"/>
          </p:nvPr>
        </p:nvSpPr>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brand of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Cheron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LeChale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Beauty is one of care &amp; thoughtfulness to the individual clients I serve, and the community I create. This is impacted by a</a:t>
            </a:r>
            <a:r>
              <a:rPr lang="en-US" sz="1800" kern="100" dirty="0">
                <a:latin typeface="Calibri" panose="020F0502020204030204" pitchFamily="34" charset="0"/>
                <a:ea typeface="Calibri" panose="020F0502020204030204" pitchFamily="34" charset="0"/>
                <a:cs typeface="Times New Roman" panose="02020603050405020304" pitchFamily="18" charset="0"/>
              </a:rPr>
              <a:t> known issue within the makeup industry – the use of harmful chemicals in product formulation and their long term effects on consumers, as well as the lack of resolution by brands and manufacturers, due to impacts change can have on profitability. This analysis aims to identify existing gaps between harmful chemical reporting and potential resolutions, which likely indicate the efforts, or lack thereof, by makeup brands and manufacturers to adjust their products to protect consumers.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28372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BABE-D638-70E4-BCB4-5C3306FFA8EF}"/>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DB30C5BB-DC9A-6A3E-D739-1B54C0C4E519}"/>
              </a:ext>
            </a:extLst>
          </p:cNvPr>
          <p:cNvSpPr>
            <a:spLocks noGrp="1"/>
          </p:cNvSpPr>
          <p:nvPr>
            <p:ph idx="1"/>
          </p:nvPr>
        </p:nvSpPr>
        <p:spPr/>
        <p:txBody>
          <a:bodyPr/>
          <a:lstStyle/>
          <a:p>
            <a:r>
              <a:rPr lang="en-US" dirty="0"/>
              <a:t>Dataset from California Safe Cosmetics Program in the California Department of Public Health.</a:t>
            </a:r>
          </a:p>
          <a:p>
            <a:pPr lvl="1"/>
            <a:r>
              <a:rPr lang="en-US" dirty="0"/>
              <a:t>Columns- 22</a:t>
            </a:r>
          </a:p>
          <a:p>
            <a:pPr lvl="1"/>
            <a:r>
              <a:rPr lang="en-US" dirty="0"/>
              <a:t>Rows- 114,636</a:t>
            </a:r>
          </a:p>
          <a:p>
            <a:pPr lvl="1"/>
            <a:r>
              <a:rPr lang="en-US" dirty="0"/>
              <a:t>Missing Values- 287,012</a:t>
            </a:r>
          </a:p>
          <a:p>
            <a:pPr lvl="1"/>
            <a:r>
              <a:rPr lang="en-US" dirty="0"/>
              <a:t>Excel- used to clean and organize data</a:t>
            </a:r>
          </a:p>
          <a:p>
            <a:pPr lvl="1"/>
            <a:r>
              <a:rPr lang="en-US" dirty="0" err="1"/>
              <a:t>Sql</a:t>
            </a:r>
            <a:r>
              <a:rPr lang="en-US" dirty="0"/>
              <a:t>- used to run queries</a:t>
            </a:r>
          </a:p>
          <a:p>
            <a:pPr lvl="1"/>
            <a:r>
              <a:rPr lang="en-US" dirty="0"/>
              <a:t>Tableau- used to create dashboard</a:t>
            </a:r>
          </a:p>
        </p:txBody>
      </p:sp>
    </p:spTree>
    <p:extLst>
      <p:ext uri="{BB962C8B-B14F-4D97-AF65-F5344CB8AC3E}">
        <p14:creationId xmlns:p14="http://schemas.microsoft.com/office/powerpoint/2010/main" val="1725880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65024-8AE8-CBC0-051E-39B68F146ECD}"/>
              </a:ext>
            </a:extLst>
          </p:cNvPr>
          <p:cNvSpPr>
            <a:spLocks noGrp="1"/>
          </p:cNvSpPr>
          <p:nvPr>
            <p:ph type="title"/>
          </p:nvPr>
        </p:nvSpPr>
        <p:spPr/>
        <p:txBody>
          <a:bodyPr/>
          <a:lstStyle/>
          <a:p>
            <a:r>
              <a:rPr lang="en-US" dirty="0"/>
              <a:t>Analysis</a:t>
            </a:r>
          </a:p>
        </p:txBody>
      </p:sp>
      <p:pic>
        <p:nvPicPr>
          <p:cNvPr id="5" name="Content Placeholder 4">
            <a:extLst>
              <a:ext uri="{FF2B5EF4-FFF2-40B4-BE49-F238E27FC236}">
                <a16:creationId xmlns:a16="http://schemas.microsoft.com/office/drawing/2014/main" id="{3F88C1BE-EC96-668D-E4F3-EE70A890FD11}"/>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tretch>
            <a:fillRect/>
          </a:stretch>
        </p:blipFill>
        <p:spPr>
          <a:xfrm>
            <a:off x="2141166" y="1346886"/>
            <a:ext cx="7064618" cy="4868563"/>
          </a:xfrm>
        </p:spPr>
      </p:pic>
    </p:spTree>
    <p:extLst>
      <p:ext uri="{BB962C8B-B14F-4D97-AF65-F5344CB8AC3E}">
        <p14:creationId xmlns:p14="http://schemas.microsoft.com/office/powerpoint/2010/main" val="415217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27F77-6A34-0D65-9B7F-DF07CBD50F64}"/>
              </a:ext>
            </a:extLst>
          </p:cNvPr>
          <p:cNvSpPr>
            <a:spLocks noGrp="1"/>
          </p:cNvSpPr>
          <p:nvPr>
            <p:ph type="title"/>
          </p:nvPr>
        </p:nvSpPr>
        <p:spPr/>
        <p:txBody>
          <a:bodyPr/>
          <a:lstStyle/>
          <a:p>
            <a:r>
              <a:rPr lang="en-US" dirty="0"/>
              <a:t>Analysis Cont.</a:t>
            </a:r>
          </a:p>
        </p:txBody>
      </p:sp>
      <p:sp>
        <p:nvSpPr>
          <p:cNvPr id="3" name="Content Placeholder 2">
            <a:extLst>
              <a:ext uri="{FF2B5EF4-FFF2-40B4-BE49-F238E27FC236}">
                <a16:creationId xmlns:a16="http://schemas.microsoft.com/office/drawing/2014/main" id="{5EE2B430-CE54-94BB-590C-3708710DCDB1}"/>
              </a:ext>
            </a:extLst>
          </p:cNvPr>
          <p:cNvSpPr>
            <a:spLocks noGrp="1"/>
          </p:cNvSpPr>
          <p:nvPr>
            <p:ph idx="1"/>
          </p:nvPr>
        </p:nvSpPr>
        <p:spPr/>
        <p:txBody>
          <a:bodyPr/>
          <a:lstStyle/>
          <a:p>
            <a:r>
              <a:rPr lang="en-US" dirty="0"/>
              <a:t>Insert Pic Here</a:t>
            </a:r>
          </a:p>
        </p:txBody>
      </p:sp>
    </p:spTree>
    <p:extLst>
      <p:ext uri="{BB962C8B-B14F-4D97-AF65-F5344CB8AC3E}">
        <p14:creationId xmlns:p14="http://schemas.microsoft.com/office/powerpoint/2010/main" val="250934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A4971-6CF3-E428-A61F-F910857BCA65}"/>
              </a:ext>
            </a:extLst>
          </p:cNvPr>
          <p:cNvSpPr>
            <a:spLocks noGrp="1"/>
          </p:cNvSpPr>
          <p:nvPr>
            <p:ph type="title"/>
          </p:nvPr>
        </p:nvSpPr>
        <p:spPr/>
        <p:txBody>
          <a:bodyPr/>
          <a:lstStyle/>
          <a:p>
            <a:r>
              <a:rPr lang="en-US" dirty="0"/>
              <a:t>Analysis Cont.</a:t>
            </a:r>
          </a:p>
        </p:txBody>
      </p:sp>
      <p:sp>
        <p:nvSpPr>
          <p:cNvPr id="3" name="Content Placeholder 2">
            <a:extLst>
              <a:ext uri="{FF2B5EF4-FFF2-40B4-BE49-F238E27FC236}">
                <a16:creationId xmlns:a16="http://schemas.microsoft.com/office/drawing/2014/main" id="{63C46CFD-9DA1-4980-B79D-75F5EAD7506D}"/>
              </a:ext>
            </a:extLst>
          </p:cNvPr>
          <p:cNvSpPr>
            <a:spLocks noGrp="1"/>
          </p:cNvSpPr>
          <p:nvPr>
            <p:ph idx="1"/>
          </p:nvPr>
        </p:nvSpPr>
        <p:spPr/>
        <p:txBody>
          <a:bodyPr/>
          <a:lstStyle/>
          <a:p>
            <a:r>
              <a:rPr lang="en-US" dirty="0"/>
              <a:t>Insert Pics here</a:t>
            </a:r>
          </a:p>
        </p:txBody>
      </p:sp>
    </p:spTree>
    <p:extLst>
      <p:ext uri="{BB962C8B-B14F-4D97-AF65-F5344CB8AC3E}">
        <p14:creationId xmlns:p14="http://schemas.microsoft.com/office/powerpoint/2010/main" val="3107065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09E3-811B-45BE-7B55-91ACB50782E0}"/>
              </a:ext>
            </a:extLst>
          </p:cNvPr>
          <p:cNvSpPr>
            <a:spLocks noGrp="1"/>
          </p:cNvSpPr>
          <p:nvPr>
            <p:ph type="title"/>
          </p:nvPr>
        </p:nvSpPr>
        <p:spPr/>
        <p:txBody>
          <a:bodyPr/>
          <a:lstStyle/>
          <a:p>
            <a:r>
              <a:rPr lang="en-US" dirty="0"/>
              <a:t>Findings/Conclusions</a:t>
            </a:r>
          </a:p>
        </p:txBody>
      </p:sp>
      <p:sp>
        <p:nvSpPr>
          <p:cNvPr id="3" name="Content Placeholder 2">
            <a:extLst>
              <a:ext uri="{FF2B5EF4-FFF2-40B4-BE49-F238E27FC236}">
                <a16:creationId xmlns:a16="http://schemas.microsoft.com/office/drawing/2014/main" id="{CBF57CD2-1512-40CF-33E5-95A6C8DF34B8}"/>
              </a:ext>
            </a:extLst>
          </p:cNvPr>
          <p:cNvSpPr>
            <a:spLocks noGrp="1"/>
          </p:cNvSpPr>
          <p:nvPr>
            <p:ph idx="1"/>
          </p:nvPr>
        </p:nvSpPr>
        <p:spPr/>
        <p:txBody>
          <a:bodyPr/>
          <a:lstStyle/>
          <a:p>
            <a:r>
              <a:rPr lang="en-US" dirty="0"/>
              <a:t>No urgency to remove chemicals within a timely manner, if at all.</a:t>
            </a:r>
          </a:p>
          <a:p>
            <a:r>
              <a:rPr lang="en-US" dirty="0"/>
              <a:t>Drug-store/mass market brands have higher reported chemicals than luxury/high-end brands.</a:t>
            </a:r>
          </a:p>
          <a:p>
            <a:pPr lvl="1"/>
            <a:r>
              <a:rPr lang="en-US" dirty="0"/>
              <a:t>Pointing toward the continued life trend of money=access to better quality (*rolls eyes*)</a:t>
            </a:r>
          </a:p>
          <a:p>
            <a:pPr lvl="1"/>
            <a:r>
              <a:rPr lang="en-US" dirty="0"/>
              <a:t>***More findings to come***</a:t>
            </a:r>
          </a:p>
        </p:txBody>
      </p:sp>
    </p:spTree>
    <p:extLst>
      <p:ext uri="{BB962C8B-B14F-4D97-AF65-F5344CB8AC3E}">
        <p14:creationId xmlns:p14="http://schemas.microsoft.com/office/powerpoint/2010/main" val="3237511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ECE80-16DD-4E6D-9821-BF64506FCFAB}"/>
              </a:ext>
            </a:extLst>
          </p:cNvPr>
          <p:cNvSpPr>
            <a:spLocks noGrp="1"/>
          </p:cNvSpPr>
          <p:nvPr>
            <p:ph type="title"/>
          </p:nvPr>
        </p:nvSpPr>
        <p:spPr/>
        <p:txBody>
          <a:bodyPr/>
          <a:lstStyle/>
          <a:p>
            <a:r>
              <a:rPr lang="en-US" dirty="0"/>
              <a:t>Questions and Answers</a:t>
            </a:r>
          </a:p>
        </p:txBody>
      </p:sp>
      <p:sp>
        <p:nvSpPr>
          <p:cNvPr id="12" name="Content Placeholder 11">
            <a:extLst>
              <a:ext uri="{FF2B5EF4-FFF2-40B4-BE49-F238E27FC236}">
                <a16:creationId xmlns:a16="http://schemas.microsoft.com/office/drawing/2014/main" id="{C9CB0FD4-0053-57D6-580A-476BD432B4FE}"/>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3333884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88</TotalTime>
  <Words>255</Words>
  <Application>Microsoft Macintosh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Gothic</vt:lpstr>
      <vt:lpstr>Wingdings 3</vt:lpstr>
      <vt:lpstr>Ion</vt:lpstr>
      <vt:lpstr>Cosmetics Analysis</vt:lpstr>
      <vt:lpstr>Agenda</vt:lpstr>
      <vt:lpstr>Introduction</vt:lpstr>
      <vt:lpstr>Objective</vt:lpstr>
      <vt:lpstr>Methodology</vt:lpstr>
      <vt:lpstr>Analysis</vt:lpstr>
      <vt:lpstr>Analysis Cont.</vt:lpstr>
      <vt:lpstr>Analysis Cont.</vt:lpstr>
      <vt:lpstr>Findings/Conclusions</vt:lpstr>
      <vt:lpstr>Questions and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Cosmetics Analysis</dc:title>
  <dc:creator>cheronlechale@gmail.com</dc:creator>
  <cp:lastModifiedBy>cheronlechale@gmail.com</cp:lastModifiedBy>
  <cp:revision>1</cp:revision>
  <dcterms:created xsi:type="dcterms:W3CDTF">2026-05-18T01:38:42Z</dcterms:created>
  <dcterms:modified xsi:type="dcterms:W3CDTF">2026-05-18T03:07:40Z</dcterms:modified>
</cp:coreProperties>
</file>